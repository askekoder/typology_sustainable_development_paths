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11879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5DDA26-AB82-4226-B15D-05BECA4AE30C}" v="11" dt="2025-10-16T13:28:15.8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4" d="100"/>
          <a:sy n="54" d="100"/>
        </p:scale>
        <p:origin x="271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ke Banke" userId="1c3256d208fb6548" providerId="LiveId" clId="{7C94584A-45EB-4902-B10D-A3B132B74D29}"/>
    <pc:docChg chg="modSld">
      <pc:chgData name="Aske Banke" userId="1c3256d208fb6548" providerId="LiveId" clId="{7C94584A-45EB-4902-B10D-A3B132B74D29}" dt="2025-10-16T13:28:15.892" v="10" actId="14826"/>
      <pc:docMkLst>
        <pc:docMk/>
      </pc:docMkLst>
      <pc:sldChg chg="modSp">
        <pc:chgData name="Aske Banke" userId="1c3256d208fb6548" providerId="LiveId" clId="{7C94584A-45EB-4902-B10D-A3B132B74D29}" dt="2025-10-16T13:28:15.892" v="10" actId="14826"/>
        <pc:sldMkLst>
          <pc:docMk/>
          <pc:sldMk cId="2928730105" sldId="256"/>
        </pc:sldMkLst>
        <pc:grpChg chg="mod">
          <ac:chgData name="Aske Banke" userId="1c3256d208fb6548" providerId="LiveId" clId="{7C94584A-45EB-4902-B10D-A3B132B74D29}" dt="2025-10-16T13:28:15.892" v="10" actId="14826"/>
          <ac:grpSpMkLst>
            <pc:docMk/>
            <pc:sldMk cId="2928730105" sldId="256"/>
            <ac:grpSpMk id="50" creationId="{E073045C-F4DE-EB18-BA93-8A7ED6BBFB40}"/>
          </ac:grpSpMkLst>
        </pc:grpChg>
        <pc:grpChg chg="mod">
          <ac:chgData name="Aske Banke" userId="1c3256d208fb6548" providerId="LiveId" clId="{7C94584A-45EB-4902-B10D-A3B132B74D29}" dt="2025-10-16T13:28:15.892" v="10" actId="14826"/>
          <ac:grpSpMkLst>
            <pc:docMk/>
            <pc:sldMk cId="2928730105" sldId="256"/>
            <ac:grpSpMk id="51" creationId="{85056089-343E-1D31-CACD-1271730819FC}"/>
          </ac:grpSpMkLst>
        </pc:grpChg>
        <pc:picChg chg="mod">
          <ac:chgData name="Aske Banke" userId="1c3256d208fb6548" providerId="LiveId" clId="{7C94584A-45EB-4902-B10D-A3B132B74D29}" dt="2025-10-16T13:26:50.194" v="0" actId="14826"/>
          <ac:picMkLst>
            <pc:docMk/>
            <pc:sldMk cId="2928730105" sldId="256"/>
            <ac:picMk id="27" creationId="{607EF7E0-F227-3C1A-31E3-F1A33622B09D}"/>
          </ac:picMkLst>
        </pc:picChg>
        <pc:picChg chg="mod">
          <ac:chgData name="Aske Banke" userId="1c3256d208fb6548" providerId="LiveId" clId="{7C94584A-45EB-4902-B10D-A3B132B74D29}" dt="2025-10-16T13:26:58.922" v="1" actId="14826"/>
          <ac:picMkLst>
            <pc:docMk/>
            <pc:sldMk cId="2928730105" sldId="256"/>
            <ac:picMk id="29" creationId="{147EE75E-6492-4001-1FC3-BEC8A26BAC3C}"/>
          </ac:picMkLst>
        </pc:picChg>
        <pc:picChg chg="mod">
          <ac:chgData name="Aske Banke" userId="1c3256d208fb6548" providerId="LiveId" clId="{7C94584A-45EB-4902-B10D-A3B132B74D29}" dt="2025-10-16T13:27:14.630" v="2" actId="14826"/>
          <ac:picMkLst>
            <pc:docMk/>
            <pc:sldMk cId="2928730105" sldId="256"/>
            <ac:picMk id="31" creationId="{DF16A4FA-7A2D-CCA8-3C55-3ADAD76D49CF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33" creationId="{B7ACD403-2D42-59AB-A9ED-D8D31281FC10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35" creationId="{A04D616D-FA50-0451-89A8-F7D5254A7484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37" creationId="{A5B2D1D4-44B8-3D0A-FD22-0F668F2DC746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39" creationId="{A50F4D04-F764-4FF9-9B25-1F4A575F753F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41" creationId="{2CFD3D90-0127-CC77-578E-CEA0A4E00126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43" creationId="{1F07A5C8-BDA1-7199-5F3E-D3B08647002C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45" creationId="{35DB56F3-7C38-E29D-F1FE-492DAD68A498}"/>
          </ac:picMkLst>
        </pc:picChg>
        <pc:picChg chg="mod">
          <ac:chgData name="Aske Banke" userId="1c3256d208fb6548" providerId="LiveId" clId="{7C94584A-45EB-4902-B10D-A3B132B74D29}" dt="2025-10-16T13:28:15.892" v="10" actId="14826"/>
          <ac:picMkLst>
            <pc:docMk/>
            <pc:sldMk cId="2928730105" sldId="256"/>
            <ac:picMk id="47" creationId="{5F89D521-B3F6-E471-AF7D-DAF0E8960D7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44130"/>
            <a:ext cx="10363200" cy="4135743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6239364"/>
            <a:ext cx="9144000" cy="2868071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522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3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961570"/>
            <a:ext cx="10515600" cy="4941443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949760"/>
            <a:ext cx="10515600" cy="2598588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502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162304"/>
            <a:ext cx="5181600" cy="75372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162304"/>
            <a:ext cx="5181600" cy="75372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23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32464"/>
            <a:ext cx="10515600" cy="22961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912070"/>
            <a:ext cx="5157787" cy="14271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339231"/>
            <a:ext cx="5157787" cy="638235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912070"/>
            <a:ext cx="5183188" cy="14271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339231"/>
            <a:ext cx="5183188" cy="638235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3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191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589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91951"/>
            <a:ext cx="3932237" cy="2771828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710397"/>
            <a:ext cx="6172200" cy="8441976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563779"/>
            <a:ext cx="3932237" cy="66023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037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91951"/>
            <a:ext cx="3932237" cy="2771828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710397"/>
            <a:ext cx="6172200" cy="8441976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563779"/>
            <a:ext cx="3932237" cy="6602341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4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878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632461"/>
            <a:ext cx="2628900" cy="1006712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632461"/>
            <a:ext cx="7734300" cy="1006712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10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32464"/>
            <a:ext cx="10515600" cy="22961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162304"/>
            <a:ext cx="10515600" cy="7537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1010319"/>
            <a:ext cx="2743200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F9CFD-3BC0-4963-B012-81B178BD77EE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1010319"/>
            <a:ext cx="4114800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1010319"/>
            <a:ext cx="2743200" cy="632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6A6AB8-077F-4230-90B8-C70661BA02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6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07EF7E0-F227-3C1A-31E3-F1A33622B0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53837" y="2430764"/>
            <a:ext cx="2833500" cy="28335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47EE75E-6492-4001-1FC3-BEC8A26BAC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30163" y="2430764"/>
            <a:ext cx="2833500" cy="28335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16A4FA-7A2D-CCA8-3C55-3ADAD76D49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2490" y="2430764"/>
            <a:ext cx="2833500" cy="28335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85056089-343E-1D31-CACD-1271730819FC}"/>
              </a:ext>
            </a:extLst>
          </p:cNvPr>
          <p:cNvGrpSpPr/>
          <p:nvPr/>
        </p:nvGrpSpPr>
        <p:grpSpPr>
          <a:xfrm>
            <a:off x="512923" y="4836286"/>
            <a:ext cx="10434231" cy="5425562"/>
            <a:chOff x="512923" y="4836286"/>
            <a:chExt cx="10434231" cy="5425562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50F4D04-F764-4FF9-9B25-1F4A575F75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056269" y="4857864"/>
              <a:ext cx="2833500" cy="2833500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E073045C-F4DE-EB18-BA93-8A7ED6BBFB40}"/>
                </a:ext>
              </a:extLst>
            </p:cNvPr>
            <p:cNvGrpSpPr/>
            <p:nvPr/>
          </p:nvGrpSpPr>
          <p:grpSpPr>
            <a:xfrm>
              <a:off x="512923" y="4836286"/>
              <a:ext cx="7892404" cy="5425562"/>
              <a:chOff x="512923" y="4836286"/>
              <a:chExt cx="7892404" cy="5425562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A5B2D1D4-44B8-3D0A-FD22-0F668F2DC7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5566577" y="4847075"/>
                <a:ext cx="2833500" cy="2833500"/>
              </a:xfrm>
              <a:prstGeom prst="rect">
                <a:avLst/>
              </a:prstGeom>
            </p:spPr>
          </p:pic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65899FD0-9C04-4562-556B-C60A8AFCD0C3}"/>
                  </a:ext>
                </a:extLst>
              </p:cNvPr>
              <p:cNvGrpSpPr/>
              <p:nvPr/>
            </p:nvGrpSpPr>
            <p:grpSpPr>
              <a:xfrm>
                <a:off x="512923" y="4836286"/>
                <a:ext cx="5360327" cy="5425562"/>
                <a:chOff x="512923" y="4836286"/>
                <a:chExt cx="5360327" cy="5425562"/>
              </a:xfrm>
            </p:grpSpPr>
            <p:pic>
              <p:nvPicPr>
                <p:cNvPr id="35" name="Picture 34">
                  <a:extLst>
                    <a:ext uri="{FF2B5EF4-FFF2-40B4-BE49-F238E27FC236}">
                      <a16:creationId xmlns:a16="http://schemas.microsoft.com/office/drawing/2014/main" id="{A04D616D-FA50-0451-89A8-F7D5254A74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3039750" y="4836286"/>
                  <a:ext cx="2833500" cy="2833500"/>
                </a:xfrm>
                <a:prstGeom prst="rect">
                  <a:avLst/>
                </a:prstGeom>
              </p:spPr>
            </p:pic>
            <p:grpSp>
              <p:nvGrpSpPr>
                <p:cNvPr id="48" name="Group 47">
                  <a:extLst>
                    <a:ext uri="{FF2B5EF4-FFF2-40B4-BE49-F238E27FC236}">
                      <a16:creationId xmlns:a16="http://schemas.microsoft.com/office/drawing/2014/main" id="{19D80BC9-F62F-A6B9-A207-5493851285AC}"/>
                    </a:ext>
                  </a:extLst>
                </p:cNvPr>
                <p:cNvGrpSpPr/>
                <p:nvPr/>
              </p:nvGrpSpPr>
              <p:grpSpPr>
                <a:xfrm>
                  <a:off x="512923" y="4847075"/>
                  <a:ext cx="2838000" cy="5378162"/>
                  <a:chOff x="512923" y="4847075"/>
                  <a:chExt cx="2838000" cy="5378162"/>
                </a:xfrm>
              </p:grpSpPr>
              <p:pic>
                <p:nvPicPr>
                  <p:cNvPr id="33" name="Picture 32">
                    <a:extLst>
                      <a:ext uri="{FF2B5EF4-FFF2-40B4-BE49-F238E27FC236}">
                        <a16:creationId xmlns:a16="http://schemas.microsoft.com/office/drawing/2014/main" id="{B7ACD403-2D42-59AB-A9ED-D8D31281FC1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/>
                </p:blipFill>
                <p:spPr>
                  <a:xfrm>
                    <a:off x="517423" y="4847075"/>
                    <a:ext cx="2833500" cy="2833500"/>
                  </a:xfrm>
                  <a:prstGeom prst="rect">
                    <a:avLst/>
                  </a:prstGeom>
                </p:spPr>
              </p:pic>
              <p:pic>
                <p:nvPicPr>
                  <p:cNvPr id="41" name="Picture 40">
                    <a:extLst>
                      <a:ext uri="{FF2B5EF4-FFF2-40B4-BE49-F238E27FC236}">
                        <a16:creationId xmlns:a16="http://schemas.microsoft.com/office/drawing/2014/main" id="{2CFD3D90-0127-CC77-578E-CEA0A4E0012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/>
                </p:blipFill>
                <p:spPr>
                  <a:xfrm>
                    <a:off x="512923" y="7391737"/>
                    <a:ext cx="2833500" cy="28335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43" name="Picture 42">
                  <a:extLst>
                    <a:ext uri="{FF2B5EF4-FFF2-40B4-BE49-F238E27FC236}">
                      <a16:creationId xmlns:a16="http://schemas.microsoft.com/office/drawing/2014/main" id="{1F07A5C8-BDA1-7199-5F3E-D3B0864700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3024750" y="7428348"/>
                  <a:ext cx="2833500" cy="2833500"/>
                </a:xfrm>
                <a:prstGeom prst="rect">
                  <a:avLst/>
                </a:prstGeom>
              </p:spPr>
            </p:pic>
          </p:grpSp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35DB56F3-7C38-E29D-F1FE-492DAD68A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5571827" y="7417559"/>
                <a:ext cx="2833500" cy="2833500"/>
              </a:xfrm>
              <a:prstGeom prst="rect">
                <a:avLst/>
              </a:prstGeom>
            </p:spPr>
          </p:pic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F89D521-B3F6-E471-AF7D-DAF0E8960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113654" y="7413486"/>
              <a:ext cx="2833500" cy="2833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28730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Aske Banke</dc:creator>
  <cp:lastModifiedBy>Aske Banke</cp:lastModifiedBy>
  <cp:revision>1</cp:revision>
  <dcterms:created xsi:type="dcterms:W3CDTF">2025-09-30T11:51:00Z</dcterms:created>
  <dcterms:modified xsi:type="dcterms:W3CDTF">2025-10-16T13:28:21Z</dcterms:modified>
</cp:coreProperties>
</file>