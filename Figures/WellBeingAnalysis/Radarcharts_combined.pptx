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1879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DDA26-AB82-4226-B15D-05BECA4AE30C}" v="11" dt="2025-10-16T13:28:15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58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ke Banke" userId="1c3256d208fb6548" providerId="LiveId" clId="{7C94584A-45EB-4902-B10D-A3B132B74D29}"/>
    <pc:docChg chg="modSld">
      <pc:chgData name="Aske Banke" userId="1c3256d208fb6548" providerId="LiveId" clId="{7C94584A-45EB-4902-B10D-A3B132B74D29}" dt="2025-10-16T13:28:15.892" v="10" actId="14826"/>
      <pc:docMkLst>
        <pc:docMk/>
      </pc:docMkLst>
      <pc:sldChg chg="modSp">
        <pc:chgData name="Aske Banke" userId="1c3256d208fb6548" providerId="LiveId" clId="{7C94584A-45EB-4902-B10D-A3B132B74D29}" dt="2025-10-16T13:28:15.892" v="10" actId="14826"/>
        <pc:sldMkLst>
          <pc:docMk/>
          <pc:sldMk cId="2928730105" sldId="256"/>
        </pc:sldMkLst>
        <pc:grpChg chg="mod">
          <ac:chgData name="Aske Banke" userId="1c3256d208fb6548" providerId="LiveId" clId="{7C94584A-45EB-4902-B10D-A3B132B74D29}" dt="2025-10-16T13:28:15.892" v="10" actId="14826"/>
          <ac:grpSpMkLst>
            <pc:docMk/>
            <pc:sldMk cId="2928730105" sldId="256"/>
            <ac:grpSpMk id="50" creationId="{E073045C-F4DE-EB18-BA93-8A7ED6BBFB40}"/>
          </ac:grpSpMkLst>
        </pc:grpChg>
        <pc:grpChg chg="mod">
          <ac:chgData name="Aske Banke" userId="1c3256d208fb6548" providerId="LiveId" clId="{7C94584A-45EB-4902-B10D-A3B132B74D29}" dt="2025-10-16T13:28:15.892" v="10" actId="14826"/>
          <ac:grpSpMkLst>
            <pc:docMk/>
            <pc:sldMk cId="2928730105" sldId="256"/>
            <ac:grpSpMk id="51" creationId="{85056089-343E-1D31-CACD-1271730819FC}"/>
          </ac:grpSpMkLst>
        </pc:grpChg>
        <pc:picChg chg="mod">
          <ac:chgData name="Aske Banke" userId="1c3256d208fb6548" providerId="LiveId" clId="{7C94584A-45EB-4902-B10D-A3B132B74D29}" dt="2025-10-16T13:26:50.194" v="0" actId="14826"/>
          <ac:picMkLst>
            <pc:docMk/>
            <pc:sldMk cId="2928730105" sldId="256"/>
            <ac:picMk id="27" creationId="{607EF7E0-F227-3C1A-31E3-F1A33622B09D}"/>
          </ac:picMkLst>
        </pc:picChg>
        <pc:picChg chg="mod">
          <ac:chgData name="Aske Banke" userId="1c3256d208fb6548" providerId="LiveId" clId="{7C94584A-45EB-4902-B10D-A3B132B74D29}" dt="2025-10-16T13:26:58.922" v="1" actId="14826"/>
          <ac:picMkLst>
            <pc:docMk/>
            <pc:sldMk cId="2928730105" sldId="256"/>
            <ac:picMk id="29" creationId="{147EE75E-6492-4001-1FC3-BEC8A26BAC3C}"/>
          </ac:picMkLst>
        </pc:picChg>
        <pc:picChg chg="mod">
          <ac:chgData name="Aske Banke" userId="1c3256d208fb6548" providerId="LiveId" clId="{7C94584A-45EB-4902-B10D-A3B132B74D29}" dt="2025-10-16T13:27:14.630" v="2" actId="14826"/>
          <ac:picMkLst>
            <pc:docMk/>
            <pc:sldMk cId="2928730105" sldId="256"/>
            <ac:picMk id="31" creationId="{DF16A4FA-7A2D-CCA8-3C55-3ADAD76D49CF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3" creationId="{B7ACD403-2D42-59AB-A9ED-D8D31281FC10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5" creationId="{A04D616D-FA50-0451-89A8-F7D5254A7484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7" creationId="{A5B2D1D4-44B8-3D0A-FD22-0F668F2DC746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39" creationId="{A50F4D04-F764-4FF9-9B25-1F4A575F753F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1" creationId="{2CFD3D90-0127-CC77-578E-CEA0A4E00126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3" creationId="{1F07A5C8-BDA1-7199-5F3E-D3B08647002C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5" creationId="{35DB56F3-7C38-E29D-F1FE-492DAD68A498}"/>
          </ac:picMkLst>
        </pc:picChg>
        <pc:picChg chg="mod">
          <ac:chgData name="Aske Banke" userId="1c3256d208fb6548" providerId="LiveId" clId="{7C94584A-45EB-4902-B10D-A3B132B74D29}" dt="2025-10-16T13:28:15.892" v="10" actId="14826"/>
          <ac:picMkLst>
            <pc:docMk/>
            <pc:sldMk cId="2928730105" sldId="256"/>
            <ac:picMk id="47" creationId="{5F89D521-B3F6-E471-AF7D-DAF0E8960D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44130"/>
            <a:ext cx="10363200" cy="413574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39364"/>
            <a:ext cx="9144000" cy="286807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2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61570"/>
            <a:ext cx="10515600" cy="49414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49760"/>
            <a:ext cx="10515600" cy="2598588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0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62304"/>
            <a:ext cx="5181600" cy="75372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62304"/>
            <a:ext cx="5181600" cy="75372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2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2464"/>
            <a:ext cx="10515600" cy="22961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12070"/>
            <a:ext cx="5157787" cy="14271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39231"/>
            <a:ext cx="5157787" cy="63823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12070"/>
            <a:ext cx="5183188" cy="14271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39231"/>
            <a:ext cx="5183188" cy="63823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3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9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8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1951"/>
            <a:ext cx="3932237" cy="277182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10397"/>
            <a:ext cx="6172200" cy="844197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3779"/>
            <a:ext cx="3932237" cy="66023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1951"/>
            <a:ext cx="3932237" cy="277182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10397"/>
            <a:ext cx="6172200" cy="844197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3779"/>
            <a:ext cx="3932237" cy="66023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7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2461"/>
            <a:ext cx="2628900" cy="100671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2461"/>
            <a:ext cx="7734300" cy="100671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2464"/>
            <a:ext cx="10515600" cy="2296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62304"/>
            <a:ext cx="10515600" cy="753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10319"/>
            <a:ext cx="2743200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F9CFD-3BC0-4963-B012-81B178BD77E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10319"/>
            <a:ext cx="4114800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10319"/>
            <a:ext cx="2743200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A6AB8-077F-4230-90B8-C70661BA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6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53E6596-652E-6CDC-1CD5-2EF39F877CF9}"/>
              </a:ext>
            </a:extLst>
          </p:cNvPr>
          <p:cNvGrpSpPr/>
          <p:nvPr/>
        </p:nvGrpSpPr>
        <p:grpSpPr>
          <a:xfrm>
            <a:off x="512923" y="2430764"/>
            <a:ext cx="10434231" cy="7831084"/>
            <a:chOff x="512923" y="2430764"/>
            <a:chExt cx="10434231" cy="7831084"/>
          </a:xfrm>
        </p:grpSpPr>
        <p:pic>
          <p:nvPicPr>
            <p:cNvPr id="5" name="Picture 4" descr="A graph of a graph&#10;&#10;AI-generated content may be incorrect.">
              <a:extLst>
                <a:ext uri="{FF2B5EF4-FFF2-40B4-BE49-F238E27FC236}">
                  <a16:creationId xmlns:a16="http://schemas.microsoft.com/office/drawing/2014/main" id="{35D0D4F8-92D1-228E-FD08-A1AEC891F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7171" y="2434706"/>
              <a:ext cx="2834640" cy="2834640"/>
            </a:xfrm>
            <a:prstGeom prst="rect">
              <a:avLst/>
            </a:prstGeom>
          </p:spPr>
        </p:pic>
        <p:pic>
          <p:nvPicPr>
            <p:cNvPr id="3" name="Picture 2" descr="A graph of a graph&#10;&#10;AI-generated content may be incorrect.">
              <a:extLst>
                <a:ext uri="{FF2B5EF4-FFF2-40B4-BE49-F238E27FC236}">
                  <a16:creationId xmlns:a16="http://schemas.microsoft.com/office/drawing/2014/main" id="{5A136D3A-388B-5016-BA83-3F11E5B2C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5824" y="2434706"/>
              <a:ext cx="2834640" cy="283464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07EF7E0-F227-3C1A-31E3-F1A33622B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53837" y="2430764"/>
              <a:ext cx="2833500" cy="2833500"/>
            </a:xfrm>
            <a:prstGeom prst="rect">
              <a:avLst/>
            </a:prstGeom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5056089-343E-1D31-CACD-1271730819FC}"/>
                </a:ext>
              </a:extLst>
            </p:cNvPr>
            <p:cNvGrpSpPr/>
            <p:nvPr/>
          </p:nvGrpSpPr>
          <p:grpSpPr>
            <a:xfrm>
              <a:off x="512923" y="4836286"/>
              <a:ext cx="10434231" cy="5425562"/>
              <a:chOff x="512923" y="4836286"/>
              <a:chExt cx="10434231" cy="5425562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A50F4D04-F764-4FF9-9B25-1F4A575F7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056269" y="4857864"/>
                <a:ext cx="2833500" cy="2833500"/>
              </a:xfrm>
              <a:prstGeom prst="rect">
                <a:avLst/>
              </a:prstGeom>
            </p:spPr>
          </p:pic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073045C-F4DE-EB18-BA93-8A7ED6BBFB40}"/>
                  </a:ext>
                </a:extLst>
              </p:cNvPr>
              <p:cNvGrpSpPr/>
              <p:nvPr/>
            </p:nvGrpSpPr>
            <p:grpSpPr>
              <a:xfrm>
                <a:off x="512923" y="4836286"/>
                <a:ext cx="7892404" cy="5425562"/>
                <a:chOff x="512923" y="4836286"/>
                <a:chExt cx="7892404" cy="5425562"/>
              </a:xfrm>
            </p:grpSpPr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A5B2D1D4-44B8-3D0A-FD22-0F668F2DC7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566577" y="4847075"/>
                  <a:ext cx="2833500" cy="2833500"/>
                </a:xfrm>
                <a:prstGeom prst="rect">
                  <a:avLst/>
                </a:prstGeom>
              </p:spPr>
            </p:pic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65899FD0-9C04-4562-556B-C60A8AFCD0C3}"/>
                    </a:ext>
                  </a:extLst>
                </p:cNvPr>
                <p:cNvGrpSpPr/>
                <p:nvPr/>
              </p:nvGrpSpPr>
              <p:grpSpPr>
                <a:xfrm>
                  <a:off x="512923" y="4836286"/>
                  <a:ext cx="5360327" cy="5425562"/>
                  <a:chOff x="512923" y="4836286"/>
                  <a:chExt cx="5360327" cy="5425562"/>
                </a:xfrm>
              </p:grpSpPr>
              <p:pic>
                <p:nvPicPr>
                  <p:cNvPr id="35" name="Picture 34">
                    <a:extLst>
                      <a:ext uri="{FF2B5EF4-FFF2-40B4-BE49-F238E27FC236}">
                        <a16:creationId xmlns:a16="http://schemas.microsoft.com/office/drawing/2014/main" id="{A04D616D-FA50-0451-89A8-F7D5254A74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039750" y="4836286"/>
                    <a:ext cx="2833500" cy="2833500"/>
                  </a:xfrm>
                  <a:prstGeom prst="rect">
                    <a:avLst/>
                  </a:prstGeom>
                </p:spPr>
              </p:pic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2CFD3D90-0127-CC77-578E-CEA0A4E001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512923" y="7391737"/>
                    <a:ext cx="2833500" cy="2833500"/>
                  </a:xfrm>
                  <a:prstGeom prst="rect">
                    <a:avLst/>
                  </a:prstGeom>
                </p:spPr>
              </p:pic>
              <p:pic>
                <p:nvPicPr>
                  <p:cNvPr id="43" name="Picture 42">
                    <a:extLst>
                      <a:ext uri="{FF2B5EF4-FFF2-40B4-BE49-F238E27FC236}">
                        <a16:creationId xmlns:a16="http://schemas.microsoft.com/office/drawing/2014/main" id="{1F07A5C8-BDA1-7199-5F3E-D3B0864700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024750" y="7428348"/>
                    <a:ext cx="2833500" cy="28335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35DB56F3-7C38-E29D-F1FE-492DAD68A4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571827" y="7417559"/>
                  <a:ext cx="2833500" cy="2833500"/>
                </a:xfrm>
                <a:prstGeom prst="rect">
                  <a:avLst/>
                </a:prstGeom>
              </p:spPr>
            </p:pic>
          </p:grp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5F89D521-B3F6-E471-AF7D-DAF0E8960D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113654" y="7413486"/>
                <a:ext cx="2833500" cy="2833500"/>
              </a:xfrm>
              <a:prstGeom prst="rect">
                <a:avLst/>
              </a:prstGeom>
            </p:spPr>
          </p:pic>
        </p:grpSp>
        <p:pic>
          <p:nvPicPr>
            <p:cNvPr id="7" name="Picture 6" descr="A graph of a graph&#10;&#10;AI-generated content may be incorrect.">
              <a:extLst>
                <a:ext uri="{FF2B5EF4-FFF2-40B4-BE49-F238E27FC236}">
                  <a16:creationId xmlns:a16="http://schemas.microsoft.com/office/drawing/2014/main" id="{72CB6893-C1E6-7C1E-BB7D-E14E3C28A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283" y="4846505"/>
              <a:ext cx="2834640" cy="2834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873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Aske Banke</dc:creator>
  <cp:lastModifiedBy>Etienne Berthet</cp:lastModifiedBy>
  <cp:revision>2</cp:revision>
  <dcterms:created xsi:type="dcterms:W3CDTF">2025-09-30T11:51:00Z</dcterms:created>
  <dcterms:modified xsi:type="dcterms:W3CDTF">2025-11-19T02:54:27Z</dcterms:modified>
</cp:coreProperties>
</file>